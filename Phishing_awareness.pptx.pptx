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2" r:id="rId2"/>
    <p:sldMasterId id="2147483705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40040" y="1324440"/>
            <a:ext cx="70639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1;p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" name="Google Shape;12;p2"/>
          <p:cNvCxnSpPr/>
          <p:nvPr/>
        </p:nvCxnSpPr>
        <p:spPr>
          <a:xfrm rot="10800000" flipV="1">
            <a:off x="-257760" y="-72720"/>
            <a:ext cx="3047400" cy="134640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" name="Google Shape;13;p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" name="Google Shape;14;p2"/>
          <p:cNvCxnSpPr/>
          <p:nvPr/>
        </p:nvCxnSpPr>
        <p:spPr>
          <a:xfrm rot="10800000" flipV="1">
            <a:off x="6467040" y="3935160"/>
            <a:ext cx="3047760" cy="1346760"/>
          </a:xfrm>
          <a:prstGeom prst="curvedConnector3">
            <a:avLst>
              <a:gd name="adj1" fmla="val 49994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13160" y="1345320"/>
            <a:ext cx="7717320" cy="164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2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Google Shape;68;p1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" name="Google Shape;69;p1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" name="Google Shape;70;p11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" name="Google Shape;71;p11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358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237852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title"/>
          </p:nvPr>
        </p:nvSpPr>
        <p:spPr>
          <a:xfrm>
            <a:off x="5724360" y="130356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237888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title"/>
          </p:nvPr>
        </p:nvSpPr>
        <p:spPr>
          <a:xfrm>
            <a:off x="5724360" y="3082680"/>
            <a:ext cx="103896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Google Shape;87;p1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" name="Google Shape;88;p1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14824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title"/>
          </p:nvPr>
        </p:nvSpPr>
        <p:spPr>
          <a:xfrm>
            <a:off x="34038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41662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title"/>
          </p:nvPr>
        </p:nvSpPr>
        <p:spPr>
          <a:xfrm>
            <a:off x="6087600" y="16772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title"/>
          </p:nvPr>
        </p:nvSpPr>
        <p:spPr>
          <a:xfrm>
            <a:off x="6850080" y="109548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title"/>
          </p:nvPr>
        </p:nvSpPr>
        <p:spPr>
          <a:xfrm>
            <a:off x="7200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8"/>
          <p:cNvSpPr>
            <a:spLocks noGrp="1"/>
          </p:cNvSpPr>
          <p:nvPr>
            <p:ph type="title"/>
          </p:nvPr>
        </p:nvSpPr>
        <p:spPr>
          <a:xfrm>
            <a:off x="14824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9"/>
          <p:cNvSpPr>
            <a:spLocks noGrp="1"/>
          </p:cNvSpPr>
          <p:nvPr>
            <p:ph type="title"/>
          </p:nvPr>
        </p:nvSpPr>
        <p:spPr>
          <a:xfrm>
            <a:off x="34038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10"/>
          <p:cNvSpPr>
            <a:spLocks noGrp="1"/>
          </p:cNvSpPr>
          <p:nvPr>
            <p:ph type="title"/>
          </p:nvPr>
        </p:nvSpPr>
        <p:spPr>
          <a:xfrm>
            <a:off x="41662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1"/>
          <p:cNvSpPr>
            <a:spLocks noGrp="1"/>
          </p:cNvSpPr>
          <p:nvPr>
            <p:ph type="title"/>
          </p:nvPr>
        </p:nvSpPr>
        <p:spPr>
          <a:xfrm>
            <a:off x="6087600" y="3313440"/>
            <a:ext cx="2336040" cy="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12"/>
          <p:cNvSpPr>
            <a:spLocks noGrp="1"/>
          </p:cNvSpPr>
          <p:nvPr>
            <p:ph type="title"/>
          </p:nvPr>
        </p:nvSpPr>
        <p:spPr>
          <a:xfrm>
            <a:off x="6850080" y="2714040"/>
            <a:ext cx="8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3"/>
          <p:cNvSpPr>
            <a:spLocks noGrp="1"/>
          </p:cNvSpPr>
          <p:nvPr>
            <p:ph type="title"/>
          </p:nvPr>
        </p:nvSpPr>
        <p:spPr>
          <a:xfrm>
            <a:off x="2332440" y="444960"/>
            <a:ext cx="4479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3" name="Google Shape;109;p1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4" name="Google Shape;110;p1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5" name="Google Shape;111;p14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6" name="Google Shape;112;p1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410560" y="280836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8" name="Google Shape;116;p1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39" name="Google Shape;117;p1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99840" y="2821320"/>
            <a:ext cx="4322520" cy="49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41" name="Google Shape;121;p1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2" name="Google Shape;122;p1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3" name="Google Shape;123;p16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4" name="Google Shape;124;p16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7319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46" name="Google Shape;128;p1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7" name="Google Shape;129;p1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8" name="Google Shape;130;p17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49" name="Google Shape;131;p17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2" name="Google Shape;135;p1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3" name="Google Shape;136;p1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4" name="Google Shape;137;p18"/>
          <p:cNvCxnSpPr/>
          <p:nvPr/>
        </p:nvCxnSpPr>
        <p:spPr>
          <a:xfrm rot="10800000" flipV="1">
            <a:off x="5924880" y="2796840"/>
            <a:ext cx="3378240" cy="2467440"/>
          </a:xfrm>
          <a:prstGeom prst="curvedConnector3">
            <a:avLst>
              <a:gd name="adj1" fmla="val 49994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45640" y="1482840"/>
            <a:ext cx="7452720" cy="12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7" name="Google Shape;141;p1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58" name="Google Shape;142;p1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742920" y="1549800"/>
            <a:ext cx="4544640" cy="12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9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60" name="Google Shape;146;p2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1" name="Google Shape;147;p2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2" name="Google Shape;148;p20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3" name="Google Shape;149;p20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4" name="Google Shape;150;p20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5" name="Google Shape;151;p20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67240" y="2366280"/>
            <a:ext cx="7409160" cy="81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3746520" y="133920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8" name="Google Shape;19;p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69" name="Google Shape;20;p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0" name="Google Shape;21;p3"/>
          <p:cNvCxnSpPr/>
          <p:nvPr/>
        </p:nvCxnSpPr>
        <p:spPr>
          <a:xfrm rot="10800000" flipV="1">
            <a:off x="7948440" y="3979080"/>
            <a:ext cx="1378800" cy="1236960"/>
          </a:xfrm>
          <a:prstGeom prst="curvedConnector3">
            <a:avLst>
              <a:gd name="adj1" fmla="val 49986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1" name="Google Shape;22;p3"/>
          <p:cNvCxnSpPr/>
          <p:nvPr/>
        </p:nvCxnSpPr>
        <p:spPr>
          <a:xfrm rot="10800000" flipV="1">
            <a:off x="-112680" y="-88560"/>
            <a:ext cx="1418760" cy="106452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27320" y="2511720"/>
            <a:ext cx="4965120" cy="111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3741840" y="148464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7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Google Shape;156;p21"/>
          <p:cNvCxnSpPr/>
          <p:nvPr/>
        </p:nvCxnSpPr>
        <p:spPr>
          <a:xfrm flipH="1">
            <a:off x="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5" name="Google Shape;157;p21"/>
          <p:cNvCxnSpPr/>
          <p:nvPr/>
        </p:nvCxnSpPr>
        <p:spPr>
          <a:xfrm flipH="1">
            <a:off x="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6" name="Google Shape;158;p21"/>
          <p:cNvCxnSpPr/>
          <p:nvPr/>
        </p:nvCxnSpPr>
        <p:spPr>
          <a:xfrm>
            <a:off x="-112680" y="3979440"/>
            <a:ext cx="1378440" cy="12369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77" name="Google Shape;159;p21"/>
          <p:cNvCxnSpPr/>
          <p:nvPr/>
        </p:nvCxnSpPr>
        <p:spPr>
          <a:xfrm>
            <a:off x="7908480" y="-88560"/>
            <a:ext cx="1419120" cy="1064520"/>
          </a:xfrm>
          <a:prstGeom prst="curvedConnector3">
            <a:avLst>
              <a:gd name="adj1" fmla="val 50012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80" name="Google Shape;162;p2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1" name="Google Shape;163;p2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2" name="Google Shape;164;p22"/>
          <p:cNvCxnSpPr/>
          <p:nvPr/>
        </p:nvCxnSpPr>
        <p:spPr>
          <a:xfrm>
            <a:off x="7207200" y="-153000"/>
            <a:ext cx="2120760" cy="127368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166;p2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4" name="Google Shape;167;p2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5" name="Google Shape;168;p23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6" name="Google Shape;169;p23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7" name="Google Shape;170;p23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88" name="Google Shape;171;p23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877400" y="444960"/>
            <a:ext cx="5388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91" name="Google Shape;183;p2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2" name="Google Shape;184;p2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186;p2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4" name="Google Shape;187;p2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5" name="Google Shape;188;p25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96" name="Google Shape;189;p25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97" name="PlaceHolder 1"/>
          <p:cNvSpPr>
            <a:spLocks noGrp="1"/>
          </p:cNvSpPr>
          <p:nvPr>
            <p:ph type="body"/>
          </p:nvPr>
        </p:nvSpPr>
        <p:spPr>
          <a:xfrm>
            <a:off x="5547960" y="3007800"/>
            <a:ext cx="2882520" cy="159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13160" y="1345320"/>
            <a:ext cx="6120000" cy="164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2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Google Shape;194;p2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0" name="Google Shape;195;p2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1" name="Google Shape;196;p26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2" name="Google Shape;197;p26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346640" y="2467440"/>
            <a:ext cx="408312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4956120" y="102132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7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Google Shape;202;p2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6" name="Google Shape;203;p2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07" name="Google Shape;204;p27"/>
          <p:cNvCxnSpPr/>
          <p:nvPr/>
        </p:nvCxnSpPr>
        <p:spPr>
          <a:xfrm>
            <a:off x="-209520" y="2402280"/>
            <a:ext cx="3144240" cy="2790000"/>
          </a:xfrm>
          <a:prstGeom prst="curvedConnector3">
            <a:avLst>
              <a:gd name="adj1" fmla="val 50005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374000" y="944280"/>
            <a:ext cx="400932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2295000" y="1096560"/>
            <a:ext cx="1650600" cy="97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70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10" name="Google Shape;209;p2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1" name="Google Shape;210;p2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2" name="Google Shape;211;p28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3" name="Google Shape;212;p28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4" name="Google Shape;213;p28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5" name="Google Shape;214;p28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043640" y="922680"/>
            <a:ext cx="3122640" cy="22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17" name="Google Shape;218;p2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8" name="Google Shape;219;p2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19" name="Google Shape;220;p29"/>
          <p:cNvCxnSpPr/>
          <p:nvPr/>
        </p:nvCxnSpPr>
        <p:spPr>
          <a:xfrm>
            <a:off x="5322600" y="-80280"/>
            <a:ext cx="4005360" cy="2007000"/>
          </a:xfrm>
          <a:prstGeom prst="curvedConnector3">
            <a:avLst>
              <a:gd name="adj1" fmla="val 50004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311080" y="962640"/>
            <a:ext cx="3122640" cy="22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21" name="Google Shape;224;p3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2" name="Google Shape;225;p3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3" name="Google Shape;226;p30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4" name="Google Shape;227;p30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5" name="Google Shape;228;p30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26" name="Google Shape;229;p30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711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713160" y="1272960"/>
            <a:ext cx="7717320" cy="329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29" name="Google Shape;26;p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0" name="Google Shape;27;p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1" name="Google Shape;28;p4"/>
          <p:cNvCxnSpPr/>
          <p:nvPr/>
        </p:nvCxnSpPr>
        <p:spPr>
          <a:xfrm>
            <a:off x="6884640" y="-113400"/>
            <a:ext cx="2566080" cy="1306080"/>
          </a:xfrm>
          <a:prstGeom prst="curvedConnector3">
            <a:avLst>
              <a:gd name="adj1" fmla="val 50007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665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33" name="Google Shape;238;p3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4" name="Google Shape;239;p3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44160" y="444960"/>
            <a:ext cx="665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36" name="Google Shape;254;p3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7" name="Google Shape;255;p3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8" name="Google Shape;256;p32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39" name="Google Shape;257;p32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41" name="Google Shape;272;p3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2" name="Google Shape;273;p3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53180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44" name="Google Shape;286;p3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5" name="Google Shape;287;p3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6" name="Google Shape;288;p3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47" name="Google Shape;289;p34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16400" y="1073160"/>
            <a:ext cx="5640120" cy="285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49" name="Google Shape;292;p3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0" name="Google Shape;293;p3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1" name="Google Shape;294;p35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2" name="Google Shape;295;p35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3" name="Google Shape;296;p35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4" name="Google Shape;297;p35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64800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56" name="Google Shape;308;p3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57" name="Google Shape;309;p3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5173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59" name="Google Shape;318;p3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0" name="Google Shape;319;p3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1" name="Google Shape;320;p37"/>
          <p:cNvCxnSpPr/>
          <p:nvPr/>
        </p:nvCxnSpPr>
        <p:spPr>
          <a:xfrm>
            <a:off x="7434000" y="-125280"/>
            <a:ext cx="1993680" cy="13302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322;p3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3" name="Google Shape;323;p3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4" name="Google Shape;324;p38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5" name="Google Shape;325;p38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6" name="Google Shape;326;p38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67" name="Google Shape;327;p38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2780280" y="444960"/>
            <a:ext cx="3583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title"/>
          </p:nvPr>
        </p:nvSpPr>
        <p:spPr>
          <a:xfrm>
            <a:off x="1351080" y="113148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title"/>
          </p:nvPr>
        </p:nvSpPr>
        <p:spPr>
          <a:xfrm>
            <a:off x="5306760" y="113148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title"/>
          </p:nvPr>
        </p:nvSpPr>
        <p:spPr>
          <a:xfrm>
            <a:off x="1351440" y="296460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title"/>
          </p:nvPr>
        </p:nvSpPr>
        <p:spPr>
          <a:xfrm>
            <a:off x="5306760" y="2964600"/>
            <a:ext cx="248580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8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3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3188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74" name="Google Shape;349;p3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75" name="Google Shape;350;p3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278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77" name="Google Shape;361;p4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78" name="Google Shape;362;p4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80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80" name="Google Shape;35;p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1" name="Google Shape;36;p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2" name="Google Shape;37;p5"/>
          <p:cNvCxnSpPr/>
          <p:nvPr/>
        </p:nvCxnSpPr>
        <p:spPr>
          <a:xfrm rot="10800000" flipV="1">
            <a:off x="6935400" y="3931200"/>
            <a:ext cx="2549880" cy="135468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364;p4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4" name="Google Shape;365;p4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5" name="Google Shape;366;p41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6" name="Google Shape;367;p41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7" name="Google Shape;368;p41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88" name="Google Shape;369;p41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53180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593080" y="714600"/>
            <a:ext cx="395784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title"/>
          </p:nvPr>
        </p:nvSpPr>
        <p:spPr>
          <a:xfrm>
            <a:off x="2593080" y="2063160"/>
            <a:ext cx="395784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3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title"/>
          </p:nvPr>
        </p:nvSpPr>
        <p:spPr>
          <a:xfrm>
            <a:off x="2593080" y="3411360"/>
            <a:ext cx="395784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3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93" name="Google Shape;384;p4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4" name="Google Shape;385;p4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393;p4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6" name="Google Shape;394;p4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7" name="Google Shape;395;p43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8" name="Google Shape;396;p43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199" name="Google Shape;397;p43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732960" y="1114560"/>
            <a:ext cx="111780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title"/>
          </p:nvPr>
        </p:nvSpPr>
        <p:spPr>
          <a:xfrm>
            <a:off x="732960" y="3503160"/>
            <a:ext cx="111780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title"/>
          </p:nvPr>
        </p:nvSpPr>
        <p:spPr>
          <a:xfrm>
            <a:off x="4440960" y="2276640"/>
            <a:ext cx="1117800" cy="61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Vidaloka"/>
                <a:ea typeface="Vidaloka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03880" y="2040480"/>
            <a:ext cx="4087080" cy="67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04" name="Google Shape;404;p4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05" name="Google Shape;405;p4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490280" y="2047680"/>
            <a:ext cx="3363840" cy="6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07" name="Google Shape;409;p45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08" name="Google Shape;410;p45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502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10" name="Google Shape;414;p4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1" name="Google Shape;415;p4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2" name="Google Shape;416;p46"/>
          <p:cNvCxnSpPr/>
          <p:nvPr/>
        </p:nvCxnSpPr>
        <p:spPr>
          <a:xfrm rot="10800000" flipV="1">
            <a:off x="6771600" y="3663360"/>
            <a:ext cx="2823840" cy="1633320"/>
          </a:xfrm>
          <a:prstGeom prst="curvedConnector3">
            <a:avLst>
              <a:gd name="adj1" fmla="val 49993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418;p4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5" name="Google Shape;419;p4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6" name="Google Shape;420;p47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7" name="Google Shape;421;p47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8" name="Google Shape;422;p47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19" name="Google Shape;423;p47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531800" y="444960"/>
            <a:ext cx="6080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2728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22" name="Google Shape;433;p4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3" name="Google Shape;434;p4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244160" y="444960"/>
            <a:ext cx="665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25" name="Google Shape;443;p4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6" name="Google Shape;444;p4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7" name="Google Shape;445;p49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28" name="Google Shape;446;p49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2832840" y="791280"/>
            <a:ext cx="3477960" cy="92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0" name="Google Shape;450;p50"/>
          <p:cNvSpPr/>
          <p:nvPr/>
        </p:nvSpPr>
        <p:spPr>
          <a:xfrm>
            <a:off x="2900520" y="3438360"/>
            <a:ext cx="3342960" cy="71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100" b="1" u="none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CREDITS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: This presentation template was created by </a:t>
            </a:r>
            <a:r>
              <a:rPr lang="en" sz="1100" b="1" u="sng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  <a:hlinkClick r:id="rId2"/>
              </a:rPr>
              <a:t>Slidesgo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, including icons by </a:t>
            </a:r>
            <a:r>
              <a:rPr lang="en" sz="1100" b="1" u="sng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  <a:hlinkClick r:id="rId3"/>
              </a:rPr>
              <a:t>Flaticon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</a:rPr>
              <a:t>, infographics &amp; images by </a:t>
            </a:r>
            <a:r>
              <a:rPr lang="en" sz="1100" b="1" u="sng" strike="noStrike">
                <a:solidFill>
                  <a:schemeClr val="dk2"/>
                </a:solidFill>
                <a:effectLst/>
                <a:uFillTx/>
                <a:latin typeface="Montserrat"/>
                <a:ea typeface="Montserrat"/>
                <a:hlinkClick r:id="rId4"/>
              </a:rPr>
              <a:t>Freepik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31" name="Google Shape;451;p5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2" name="Google Shape;452;p50"/>
          <p:cNvCxnSpPr/>
          <p:nvPr/>
        </p:nvCxnSpPr>
        <p:spPr>
          <a:xfrm>
            <a:off x="-257760" y="3935160"/>
            <a:ext cx="3047400" cy="13467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3" name="Google Shape;453;p5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4" name="Google Shape;454;p50"/>
          <p:cNvCxnSpPr/>
          <p:nvPr/>
        </p:nvCxnSpPr>
        <p:spPr>
          <a:xfrm>
            <a:off x="6467400" y="-72360"/>
            <a:ext cx="3047760" cy="1346400"/>
          </a:xfrm>
          <a:prstGeom prst="curvedConnector3">
            <a:avLst>
              <a:gd name="adj1" fmla="val 50005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36" name="Google Shape;40;p6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7" name="Google Shape;41;p6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Google Shape;456;p51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39" name="Google Shape;457;p51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459;p52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1" name="Google Shape;460;p52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2" name="Google Shape;461;p52"/>
          <p:cNvCxnSpPr/>
          <p:nvPr/>
        </p:nvCxnSpPr>
        <p:spPr>
          <a:xfrm>
            <a:off x="7434000" y="-125280"/>
            <a:ext cx="1993680" cy="13302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3" name="Google Shape;462;p52"/>
          <p:cNvCxnSpPr/>
          <p:nvPr/>
        </p:nvCxnSpPr>
        <p:spPr>
          <a:xfrm>
            <a:off x="-147240" y="3943440"/>
            <a:ext cx="1993320" cy="13305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464;p53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5" name="Google Shape;465;p53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6" name="Google Shape;466;p53"/>
          <p:cNvCxnSpPr/>
          <p:nvPr/>
        </p:nvCxnSpPr>
        <p:spPr>
          <a:xfrm rot="10800000" flipV="1">
            <a:off x="6771600" y="3663360"/>
            <a:ext cx="2823840" cy="1633320"/>
          </a:xfrm>
          <a:prstGeom prst="curvedConnector3">
            <a:avLst>
              <a:gd name="adj1" fmla="val 49993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468;p54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8" name="Google Shape;469;p54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49" name="Google Shape;470;p54"/>
          <p:cNvCxnSpPr/>
          <p:nvPr/>
        </p:nvCxnSpPr>
        <p:spPr>
          <a:xfrm>
            <a:off x="-250200" y="407628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0" name="Google Shape;471;p54"/>
          <p:cNvCxnSpPr/>
          <p:nvPr/>
        </p:nvCxnSpPr>
        <p:spPr>
          <a:xfrm>
            <a:off x="7440840" y="-48240"/>
            <a:ext cx="1927440" cy="1161000"/>
          </a:xfrm>
          <a:prstGeom prst="curvedConnector3">
            <a:avLst>
              <a:gd name="adj1" fmla="val 50009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1" name="Google Shape;472;p54"/>
          <p:cNvCxnSpPr/>
          <p:nvPr/>
        </p:nvCxnSpPr>
        <p:spPr>
          <a:xfrm rot="10800000" flipV="1">
            <a:off x="7454160" y="4053240"/>
            <a:ext cx="1927080" cy="116136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2" name="Google Shape;473;p54"/>
          <p:cNvCxnSpPr/>
          <p:nvPr/>
        </p:nvCxnSpPr>
        <p:spPr>
          <a:xfrm rot="10800000" flipV="1">
            <a:off x="-237240" y="-70920"/>
            <a:ext cx="1926720" cy="1161000"/>
          </a:xfrm>
          <a:prstGeom prst="curvedConnector3">
            <a:avLst>
              <a:gd name="adj1" fmla="val 4999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2969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54" name="Google Shape;46;p7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5" name="Google Shape;47;p7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122480" y="1073160"/>
            <a:ext cx="6898680" cy="285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57" name="Google Shape;50;p8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8" name="Google Shape;51;p8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59" name="Google Shape;52;p8"/>
          <p:cNvCxnSpPr/>
          <p:nvPr/>
        </p:nvCxnSpPr>
        <p:spPr>
          <a:xfrm rot="10800000" flipV="1">
            <a:off x="7093080" y="3934800"/>
            <a:ext cx="2333160" cy="134748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0" name="Google Shape;53;p8"/>
          <p:cNvCxnSpPr/>
          <p:nvPr/>
        </p:nvCxnSpPr>
        <p:spPr>
          <a:xfrm rot="10800000" flipV="1">
            <a:off x="-420480" y="-121320"/>
            <a:ext cx="2332800" cy="1346760"/>
          </a:xfrm>
          <a:prstGeom prst="curvedConnector3">
            <a:avLst>
              <a:gd name="adj1" fmla="val 49992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5679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62" name="Google Shape;57;p9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3" name="Google Shape;58;p9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4" name="Google Shape;59;p9"/>
          <p:cNvCxnSpPr/>
          <p:nvPr/>
        </p:nvCxnSpPr>
        <p:spPr>
          <a:xfrm rot="10800000" flipV="1">
            <a:off x="5924880" y="2796840"/>
            <a:ext cx="3378240" cy="2467440"/>
          </a:xfrm>
          <a:prstGeom prst="curvedConnector3">
            <a:avLst>
              <a:gd name="adj1" fmla="val 49994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body"/>
          </p:nvPr>
        </p:nvSpPr>
        <p:spPr>
          <a:xfrm>
            <a:off x="713160" y="442080"/>
            <a:ext cx="3556800" cy="97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66" name="Google Shape;62;p10"/>
          <p:cNvCxnSpPr/>
          <p:nvPr/>
        </p:nvCxnSpPr>
        <p:spPr>
          <a:xfrm>
            <a:off x="-72360" y="27396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7" name="Google Shape;63;p10"/>
          <p:cNvCxnSpPr/>
          <p:nvPr/>
        </p:nvCxnSpPr>
        <p:spPr>
          <a:xfrm>
            <a:off x="-72360" y="4877280"/>
            <a:ext cx="9287280" cy="360"/>
          </a:xfrm>
          <a:prstGeom prst="straightConnector1">
            <a:avLst/>
          </a:prstGeom>
          <a:ln w="28575">
            <a:solidFill>
              <a:srgbClr val="3F3533"/>
            </a:solidFill>
            <a:round/>
          </a:ln>
        </p:spPr>
      </p:cxnSp>
      <p:cxnSp>
        <p:nvCxnSpPr>
          <p:cNvPr id="268" name="Google Shape;64;p10"/>
          <p:cNvCxnSpPr/>
          <p:nvPr/>
        </p:nvCxnSpPr>
        <p:spPr>
          <a:xfrm flipV="1">
            <a:off x="6144840" y="3103560"/>
            <a:ext cx="3118680" cy="2201400"/>
          </a:xfrm>
          <a:prstGeom prst="curvedConnector3">
            <a:avLst>
              <a:gd name="adj1" fmla="val 50000"/>
            </a:avLst>
          </a:prstGeom>
          <a:ln w="28575">
            <a:solidFill>
              <a:srgbClr val="3F3533"/>
            </a:solidFill>
            <a:round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223023" y="2018434"/>
            <a:ext cx="8697951" cy="110663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500" b="0" u="none" strike="noStrike" dirty="0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Phishing </a:t>
            </a:r>
            <a:r>
              <a:rPr lang="en-US" sz="6500" dirty="0">
                <a:solidFill>
                  <a:schemeClr val="dk1"/>
                </a:solidFill>
                <a:latin typeface="Vidaloka"/>
                <a:ea typeface="Vidaloka"/>
              </a:rPr>
              <a:t>Attacks &amp; </a:t>
            </a:r>
            <a:r>
              <a:rPr lang="en-US" sz="6500" b="0" u="none" strike="noStrike" dirty="0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Safety</a:t>
            </a:r>
            <a:endParaRPr lang="fr-FR" sz="6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ubTitle"/>
          </p:nvPr>
        </p:nvSpPr>
        <p:spPr>
          <a:xfrm>
            <a:off x="1038418" y="3125065"/>
            <a:ext cx="7067160" cy="43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Detect, prevent, and respond to email and web-based phishing threats.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ubTitle"/>
          </p:nvPr>
        </p:nvSpPr>
        <p:spPr>
          <a:xfrm>
            <a:off x="714240" y="1225113"/>
            <a:ext cx="4665984" cy="238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Phishing attacks exploit trust to steal data or install malware. This module explains how to </a:t>
            </a:r>
            <a:r>
              <a:rPr lang="en-US" sz="1600" b="0" i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recognize phishing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, understand social engineering, and adopt </a:t>
            </a: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practical prevention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 measures.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Learners will review real examples and complete interactive quizzes to build measurable resilience against targeted email and web attacks.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title"/>
          </p:nvPr>
        </p:nvSpPr>
        <p:spPr>
          <a:xfrm>
            <a:off x="714240" y="447840"/>
            <a:ext cx="567648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Introduction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74" name="Google Shape;554;p66"/>
          <p:cNvPicPr/>
          <p:nvPr/>
        </p:nvPicPr>
        <p:blipFill>
          <a:blip r:embed="rId2"/>
          <a:stretch/>
        </p:blipFill>
        <p:spPr>
          <a:xfrm>
            <a:off x="5892840" y="1294470"/>
            <a:ext cx="2536920" cy="2554560"/>
          </a:xfrm>
          <a:prstGeom prst="rect">
            <a:avLst/>
          </a:prstGeom>
          <a:noFill/>
          <a:ln w="28575">
            <a:solidFill>
              <a:srgbClr val="3F3533"/>
            </a:solidFill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28760" y="2514600"/>
            <a:ext cx="4962240" cy="11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Phishing Identification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title"/>
          </p:nvPr>
        </p:nvSpPr>
        <p:spPr>
          <a:xfrm>
            <a:off x="3743280" y="1486080"/>
            <a:ext cx="1647360" cy="551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r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7000" b="0" u="none" strike="noStrike">
                <a:solidFill>
                  <a:schemeClr val="accent1"/>
                </a:solidFill>
                <a:effectLst/>
                <a:uFillTx/>
                <a:latin typeface="Montserrat"/>
                <a:ea typeface="Vidaloka"/>
              </a:rPr>
              <a:t>01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ubTitle"/>
          </p:nvPr>
        </p:nvSpPr>
        <p:spPr>
          <a:xfrm>
            <a:off x="828720" y="3629160"/>
            <a:ext cx="4562280" cy="390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ctr">
              <a:buNone/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Montserrat"/>
              <a:ea typeface="Montserrat"/>
            </a:endParaRPr>
          </a:p>
        </p:txBody>
      </p:sp>
      <p:pic>
        <p:nvPicPr>
          <p:cNvPr id="278" name="Google Shape;588;p71"/>
          <p:cNvPicPr/>
          <p:nvPr/>
        </p:nvPicPr>
        <p:blipFill>
          <a:blip r:embed="rId2"/>
          <a:stretch/>
        </p:blipFill>
        <p:spPr>
          <a:xfrm>
            <a:off x="5775120" y="1294200"/>
            <a:ext cx="2536920" cy="2554560"/>
          </a:xfrm>
          <a:prstGeom prst="rect">
            <a:avLst/>
          </a:prstGeom>
          <a:noFill/>
          <a:ln w="28575">
            <a:solidFill>
              <a:srgbClr val="3F3533"/>
            </a:solidFill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27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Vidaloka"/>
              </a:rPr>
              <a:t>Recognizing Emails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476280" y="142848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Watch for unexpected senders, urgent requests, or inconsistent branding. Inspect the </a:t>
            </a:r>
            <a:r>
              <a:rPr lang="en-US" sz="1600" b="0" i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sender address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hover links before clicking.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 not enable macros or open unknown attachments. The core rule: verify via a known channel and treat </a:t>
            </a: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urgent account requests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with caution.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80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Vidaloka"/>
              </a:rPr>
              <a:t>Fake Websites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2" name="Rectangle 281"/>
          <p:cNvSpPr/>
          <p:nvPr/>
        </p:nvSpPr>
        <p:spPr>
          <a:xfrm>
            <a:off x="476280" y="1271392"/>
            <a:ext cx="3961905" cy="26007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Check URLs for typos, subdomains, and mismatched domains. Confirm the presence of </a:t>
            </a:r>
            <a:r>
              <a:rPr lang="en-US" sz="1600" b="0" i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valid certificates, but don’t rely on padlocks alone.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When in doubt, navigate to the site manually or contact the organization directly. Use </a:t>
            </a: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password managers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to detect credential-harvesting pages.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3" name="image69ce9248f31d8" descr="image69ce9248f31dc"/>
          <p:cNvPicPr/>
          <p:nvPr/>
        </p:nvPicPr>
        <p:blipFill>
          <a:blip r:embed="rId2"/>
          <a:stretch/>
        </p:blipFill>
        <p:spPr>
          <a:xfrm>
            <a:off x="5048642" y="952380"/>
            <a:ext cx="3263230" cy="3247613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ubTitle"/>
          </p:nvPr>
        </p:nvSpPr>
        <p:spPr>
          <a:xfrm>
            <a:off x="1021835" y="1381230"/>
            <a:ext cx="7099609" cy="238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Attackers exploit </a:t>
            </a:r>
            <a:r>
              <a:rPr lang="en-US" sz="1600" b="0" i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human trust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 via persuasion, urgency, and authority impersonation to obtain credentials or secrets.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Recognize common vectors: </a:t>
            </a:r>
            <a:r>
              <a:rPr lang="en-US" sz="1600" b="0" i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pretexting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, baiting, and quid pro quo. Validate unusual requests and verify identities through independent channels.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title"/>
          </p:nvPr>
        </p:nvSpPr>
        <p:spPr>
          <a:xfrm>
            <a:off x="1733400" y="447840"/>
            <a:ext cx="567648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Social Engineering Tactics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285"/>
          <p:cNvSpPr/>
          <p:nvPr/>
        </p:nvSpPr>
        <p:spPr>
          <a:xfrm>
            <a:off x="4832690" y="1115617"/>
            <a:ext cx="913905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7" name="Rectangle 286"/>
          <p:cNvSpPr/>
          <p:nvPr/>
        </p:nvSpPr>
        <p:spPr>
          <a:xfrm>
            <a:off x="4832690" y="185751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Vidaloka"/>
              </a:rPr>
              <a:t>Prevention &amp; Training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88" name="image69ce9249097df" descr="image69ce9249097e2"/>
          <p:cNvPicPr/>
          <p:nvPr/>
        </p:nvPicPr>
        <p:blipFill>
          <a:blip r:embed="rId2"/>
          <a:stretch/>
        </p:blipFill>
        <p:spPr>
          <a:xfrm>
            <a:off x="840058" y="817846"/>
            <a:ext cx="3174380" cy="3507808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ubTitle"/>
          </p:nvPr>
        </p:nvSpPr>
        <p:spPr>
          <a:xfrm>
            <a:off x="714240" y="1286295"/>
            <a:ext cx="7410240" cy="2885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Use strong, unique passwords and enable </a:t>
            </a: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multi-factor authentication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 everywhere possible.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Verify senders, hover to inspect links, and never enable macros from unknown sources. Report suspicious messages immediately.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title"/>
          </p:nvPr>
        </p:nvSpPr>
        <p:spPr>
          <a:xfrm>
            <a:off x="714240" y="447840"/>
            <a:ext cx="45050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Best Practices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29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Vidaloka"/>
              </a:rPr>
              <a:t>Real‑World Examples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2" name="Rectangle 291"/>
          <p:cNvSpPr/>
          <p:nvPr/>
        </p:nvSpPr>
        <p:spPr>
          <a:xfrm>
            <a:off x="476280" y="119079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WhatsApp "APK" Loan Scam</a:t>
            </a:r>
          </a:p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technical evolution of phishing that bypasses traditional email filters by using social messaging.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Hook: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 WhatsApp message promising an "Instant 0% Interest Loan" with a link to download an app.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Method: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Instead of a website, the victim downloads an </a:t>
            </a: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APK file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Once installed, the app requests permissions to read SMS, Contacts, and Screen.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Kill: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The app steals </a:t>
            </a: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OTPs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 real-time, allowing the scammer to drain the victim#39;s bank account or take over their social media.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US" sz="1600" b="1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Malware-as-Phishing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 the phone itself becomes the "insider threat."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ubTitle"/>
          </p:nvPr>
        </p:nvSpPr>
        <p:spPr>
          <a:xfrm>
            <a:off x="866880" y="1128870"/>
            <a:ext cx="7410240" cy="2885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Recurrent training and practical exercises build resilience against phishing and social engineering.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</a:rPr>
              <a:t>Adopt verification habits, technical controls, and a reporting culture to reduce organizational risk.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title"/>
          </p:nvPr>
        </p:nvSpPr>
        <p:spPr>
          <a:xfrm>
            <a:off x="714240" y="447840"/>
            <a:ext cx="45050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Conclusions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67E4-F282-0053-6C02-52F811868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angle 291">
            <a:extLst>
              <a:ext uri="{FF2B5EF4-FFF2-40B4-BE49-F238E27FC236}">
                <a16:creationId xmlns:a16="http://schemas.microsoft.com/office/drawing/2014/main" id="{72391F5C-9152-874E-4231-FBF3B5338F38}"/>
              </a:ext>
            </a:extLst>
          </p:cNvPr>
          <p:cNvSpPr/>
          <p:nvPr/>
        </p:nvSpPr>
        <p:spPr>
          <a:xfrm>
            <a:off x="2144571" y="1464062"/>
            <a:ext cx="4854498" cy="2215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" sz="7200" b="0" u="none" strike="noStrike" dirty="0">
                <a:solidFill>
                  <a:schemeClr val="dk1"/>
                </a:solidFill>
                <a:effectLst/>
                <a:uFillTx/>
                <a:latin typeface="Vidaloka"/>
                <a:ea typeface="Vidaloka"/>
              </a:rPr>
              <a:t>THANK YOU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794944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410</Words>
  <Application>Microsoft Office PowerPoint</Application>
  <PresentationFormat>On-screen Show (16:9)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Montserrat</vt:lpstr>
      <vt:lpstr>OpenSymbol</vt:lpstr>
      <vt:lpstr>Symbol</vt:lpstr>
      <vt:lpstr>Times New Roman</vt:lpstr>
      <vt:lpstr>Vidaloka</vt:lpstr>
      <vt:lpstr>Wingdings</vt:lpstr>
      <vt:lpstr>Minimalist Business Slides XL by Slidesgo</vt:lpstr>
      <vt:lpstr>Slidesgo Final Pages</vt:lpstr>
      <vt:lpstr>Slidesgo Final Pages</vt:lpstr>
      <vt:lpstr>Phishing Attacks &amp; Safety</vt:lpstr>
      <vt:lpstr>Introduction</vt:lpstr>
      <vt:lpstr>Phishing Identification</vt:lpstr>
      <vt:lpstr>PowerPoint Presentation</vt:lpstr>
      <vt:lpstr>PowerPoint Presentation</vt:lpstr>
      <vt:lpstr>Social Engineering Tactics</vt:lpstr>
      <vt:lpstr>PowerPoint Presentation</vt:lpstr>
      <vt:lpstr>Best Practices</vt:lpstr>
      <vt:lpstr>PowerPoint Presentation</vt:lpstr>
      <vt:lpstr>Conclusions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kalpana sekar</dc:creator>
  <cp:lastModifiedBy>kalpana sekar</cp:lastModifiedBy>
  <cp:revision>3</cp:revision>
  <dcterms:modified xsi:type="dcterms:W3CDTF">2026-04-02T16:18:32Z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2026-04-02T15:59:03Z</dcterms:created>
  <dc:creator>Unknown Creator</dc:creator>
  <dc:description/>
  <dc:language>en-US</dc:language>
  <cp:lastModifiedBy>Unknown Creator</cp:lastModifiedBy>
  <dcterms:modified xsi:type="dcterms:W3CDTF">2026-04-02T15:59:03Z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